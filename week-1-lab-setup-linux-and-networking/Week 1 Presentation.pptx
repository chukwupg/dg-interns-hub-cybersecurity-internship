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Week 1 summary: a three-VM home lab, Linux practice, a network map, OverTheWire Bandit, TryHackMe rooms, theory notes and a cheat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Isolated network so vulnerable machines never touch the real 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3770 mode combines SGID, the sticky bit and full access for owner and group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Tools used: ip a, ip route, ping, traceroute, nslookup, dig, ss -tulpn. Diagram drawn in draw.io.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room and level has its own writeup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Nigeria's Cybercrimes Act 2015 (amended 2024) is covered in the legal and ethics note.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thanking DG Interns 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12800"/>
            <a:ext cx="10566400" cy="5028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F4F1E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type="body" idx="101"/>
          </p:nvPr>
        </p:nvSpPr>
        <p:spPr>
          <a:xfrm>
            <a:off x="812800" y="1620441"/>
            <a:ext cx="10566400" cy="442475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2FBF9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DG INTERNS HUB · WEEK 1 REPORT</a:t>
            </a:r>
            <a:endParaRPr lang="en-US" sz="14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684859"/>
            <a:ext cx="10883392" cy="14781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20"/>
              </a:lnSpc>
              <a:buNone/>
            </a:pPr>
            <a:r>
              <a:rPr lang="en-US" sz="5200" b="0" i="0" dirty="0">
                <a:solidFill>
                  <a:srgbClr val="F4F1E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Lab Setup, Linux and Networking Foundations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5760740"/>
            <a:ext cx="10883392" cy="3098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CFD6E4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Chukwu PraiseGod · 22 October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three-VM lab on an isolated network</a:t>
            </a:r>
            <a:endParaRPr lang="en-US" sz="3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/>
        </p:nvGraphicFramePr>
        <p:xfrm>
          <a:off x="825500" y="1633141"/>
          <a:ext cx="10553700" cy="2346722"/>
        </p:xfrm>
        <a:graphic>
          <a:graphicData uri="http://schemas.openxmlformats.org/drawingml/2006/table">
            <a:tbl>
              <a:tblPr/>
              <a:tblGrid>
                <a:gridCol w="3517900"/>
                <a:gridCol w="3517900"/>
                <a:gridCol w="3517900"/>
              </a:tblGrid>
              <a:tr h="58668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F1E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VM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F1E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Memory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4F1EA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IP address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8668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Ubuntu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 GB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192.168.98.129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68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Kali Linux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2 GB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192.168.98.130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6680"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Windows 10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4 GB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4213D"/>
                          </a:solidFill>
                          <a:latin typeface="Arial" panose="020B0604020202020204" pitchFamily="34" charset="0"/>
                          <a:ea typeface="Arial" panose="020B0604020202020204" pitchFamily="34" charset="-122"/>
                          <a:cs typeface="Arial" panose="020B0604020202020204" pitchFamily="34" charset="-120"/>
                        </a:rPr>
                        <a:t>192.168.98.131</a:t>
                      </a:r>
                      <a:endParaRPr lang="en-US" sz="1800" dirty="0">
                        <a:latin typeface="Arial" panose="020B0604020202020204" pitchFamily="34" charset="0"/>
                        <a:ea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127000" marB="127000" anchor="t">
                    <a:lnL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3C0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4284663"/>
            <a:ext cx="10883392" cy="5943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Network 192.168.98.0/24, DNS 192.168.98.1. Pings confirmed between the VMs and a clean snapshot taken of each, all on a PC with 8 GB of RAM.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Linux practice on Ubuntu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16"/>
            <a:ext cx="3380284" cy="1956991"/>
          </a:xfrm>
          <a:prstGeom prst="roundRect">
            <a:avLst>
              <a:gd name="adj" fmla="val 5029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931591"/>
            <a:ext cx="2951912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BF9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Users and groups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307431"/>
            <a:ext cx="2951912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3 users: alice, john, carol. 2 groups: developers and analysts.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1674416"/>
            <a:ext cx="3380383" cy="1956991"/>
          </a:xfrm>
          <a:prstGeom prst="roundRect">
            <a:avLst>
              <a:gd name="adj" fmla="val 5029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931591"/>
            <a:ext cx="2952014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BF9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Shared folder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2984" y="2307431"/>
            <a:ext cx="2952014" cy="10922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/srv/shared owned by root:developers with chmod 3770. carol, who is outside the group, got Permission denied.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41" y="1674416"/>
            <a:ext cx="3380284" cy="1956991"/>
          </a:xfrm>
          <a:prstGeom prst="roundRect">
            <a:avLst>
              <a:gd name="adj" fmla="val 5029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916" y="1931591"/>
            <a:ext cx="2951912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BF9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Tools and automation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916" y="2307431"/>
            <a:ext cx="2951912" cy="825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find, grep, ps and ss -tulpn, plus a cron job. 33+ commands documented with output.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the network map showed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16"/>
            <a:ext cx="5175250" cy="1690291"/>
          </a:xfrm>
          <a:prstGeom prst="roundRect">
            <a:avLst>
              <a:gd name="adj" fmla="val 5823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931591"/>
            <a:ext cx="4800727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Addressing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307431"/>
            <a:ext cx="4800727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Subnet 192.168.98.0/24. Ubuntu .129, Kali .130, Windows .131. DNS server 192.168.98.1.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74416"/>
            <a:ext cx="5175250" cy="1690291"/>
          </a:xfrm>
          <a:prstGeom prst="roundRect">
            <a:avLst>
              <a:gd name="adj" fmla="val 5823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931591"/>
            <a:ext cx="4800727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Ubuntu listening ports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57950" y="2307431"/>
            <a:ext cx="4800727" cy="825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SSH (22) and mDNS (5353) are reachable from the network. DNS (53), printing (631) and time sync (323) listen on localhost only.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723481"/>
            <a:ext cx="10883392" cy="3098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A8501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An open port is attack surface, not an automatic breach.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Hands-on platforms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16"/>
            <a:ext cx="5175250" cy="3023791"/>
          </a:xfrm>
          <a:prstGeom prst="roundRect">
            <a:avLst>
              <a:gd name="adj" fmla="val 3255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931591"/>
            <a:ext cx="4800727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BF9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OverTheWire Bandit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307431"/>
            <a:ext cx="4800727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Levels 0 to 10 completed over SSH, with a writeup and screenshot for every level. No passwords published.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00775" y="1674416"/>
            <a:ext cx="5175250" cy="3023791"/>
          </a:xfrm>
          <a:prstGeom prst="roundRect">
            <a:avLst>
              <a:gd name="adj" fmla="val 3255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57950" y="1931591"/>
            <a:ext cx="4800727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FBF9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TryHackMe, 8 rooms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55232" y="2307431"/>
            <a:ext cx="4695825" cy="21590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56845" indent="-156845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Search Skills</a:t>
            </a:r>
            <a:endParaRPr lang="en-US" sz="1400" dirty="0"/>
          </a:p>
          <a:p>
            <a:pPr marL="156845" indent="-156845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Learning Cyber Security</a:t>
            </a:r>
            <a:endParaRPr lang="en-US" sz="1400" dirty="0"/>
          </a:p>
          <a:p>
            <a:pPr marL="156845" indent="-156845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Linux Fundamentals Part 1</a:t>
            </a:r>
            <a:endParaRPr lang="en-US" sz="1400" dirty="0"/>
          </a:p>
          <a:p>
            <a:pPr marL="156845" indent="-156845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What is Networking</a:t>
            </a:r>
            <a:endParaRPr lang="en-US" sz="1400" dirty="0"/>
          </a:p>
          <a:p>
            <a:pPr marL="156845" indent="-156845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Introductory Networking</a:t>
            </a:r>
            <a:endParaRPr lang="en-US" sz="1400" dirty="0"/>
          </a:p>
          <a:p>
            <a:pPr marL="156845" indent="-156845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Networking Concepts</a:t>
            </a:r>
            <a:endParaRPr lang="en-US" sz="1400" dirty="0"/>
          </a:p>
          <a:p>
            <a:pPr marL="156845" indent="-156845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Pyramid of Pain</a:t>
            </a:r>
            <a:endParaRPr lang="en-US" sz="1400" dirty="0"/>
          </a:p>
          <a:p>
            <a:pPr marL="156845" indent="-156845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Intro to LAN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14213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Theory, cheat sheet and posts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15975" y="1674416"/>
            <a:ext cx="3380284" cy="2223691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3150" y="1931591"/>
            <a:ext cx="2951912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8 theory notes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73150" y="2307431"/>
            <a:ext cx="2951912" cy="13589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CIA triad, SOC vs VAPT vs incident response, OSI vs TCP/IP, IP/MAC/DNS/DHCP and ports, Linux permissions, risk terms, VM network modes, legal and ethics.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05809" y="1674416"/>
            <a:ext cx="3380383" cy="2223691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2984" y="1931591"/>
            <a:ext cx="2952014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Cheat sheet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62984" y="2307431"/>
            <a:ext cx="2952014" cy="5588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Linux Command, What It Does, When to Use It: 30+ commands.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95741" y="1674416"/>
            <a:ext cx="3380284" cy="2223691"/>
          </a:xfrm>
          <a:prstGeom prst="roundRect">
            <a:avLst>
              <a:gd name="adj" fmla="val 4426"/>
            </a:avLst>
          </a:prstGeom>
          <a:solidFill>
            <a:srgbClr val="FFFFFF"/>
          </a:solidFill>
          <a:ln w="6350">
            <a:solidFill>
              <a:srgbClr val="D9D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52916" y="1931591"/>
            <a:ext cx="2951912" cy="2996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LinkedIn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2916" y="2307431"/>
            <a:ext cx="2951912" cy="8255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A concept post on SOC analyst vs penetration tester, and a weekly lab recap.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812800"/>
            <a:ext cx="10883392" cy="5282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0" i="0" dirty="0">
                <a:solidFill>
                  <a:srgbClr val="F4F1E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Lessons Learned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15975" y="1674416"/>
            <a:ext cx="5175250" cy="1083270"/>
          </a:xfrm>
          <a:prstGeom prst="roundRect">
            <a:avLst>
              <a:gd name="adj" fmla="val 9086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  <p:txBody>
          <a:bodyPr wrap="square" lIns="228347" tIns="228347" rIns="88520" bIns="20294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Isolate vulnerable labs. Never bridge them to a real network.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200775" y="1674416"/>
            <a:ext cx="5175250" cy="1083270"/>
          </a:xfrm>
          <a:prstGeom prst="roundRect">
            <a:avLst>
              <a:gd name="adj" fmla="val 9086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  <p:txBody>
          <a:bodyPr wrap="square" lIns="228347" tIns="228347" rIns="88520" bIns="20294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Permissions are security: one wrong chmod can expose or lock a folder.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5975" y="2967236"/>
            <a:ext cx="5175250" cy="1083270"/>
          </a:xfrm>
          <a:prstGeom prst="roundRect">
            <a:avLst>
              <a:gd name="adj" fmla="val 9086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  <p:txBody>
          <a:bodyPr wrap="square" lIns="228347" tIns="228347" rIns="88520" bIns="20294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Every open port is attack surface, so check with ss -tulpn.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200775" y="2967236"/>
            <a:ext cx="5175250" cy="1083270"/>
          </a:xfrm>
          <a:prstGeom prst="roundRect">
            <a:avLst>
              <a:gd name="adj" fmla="val 9086"/>
            </a:avLst>
          </a:prstGeom>
          <a:solidFill>
            <a:srgbClr val="17283F"/>
          </a:solidFill>
          <a:ln w="6350">
            <a:solidFill>
              <a:srgbClr val="2B4263"/>
            </a:solidFill>
            <a:prstDash val="solid"/>
          </a:ln>
        </p:spPr>
        <p:txBody>
          <a:bodyPr wrap="square" lIns="228347" tIns="228347" rIns="88520" bIns="202947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F4F1E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Small tools like grep, sort and uniq are powerful when combined.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409281"/>
            <a:ext cx="10883392" cy="30986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FBF9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Next: Week 2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ek 1: Lab Setup, Linux and Networking Foundations">
  <a:themeElements>
    <a:clrScheme name="Week 1: Lab Setup, Linux and Networking Foundations">
      <a:dk1>
        <a:srgbClr val="0F1B2D"/>
      </a:dk1>
      <a:lt1>
        <a:srgbClr val="F4F1EA"/>
      </a:lt1>
      <a:dk2>
        <a:srgbClr val="263040"/>
      </a:dk2>
      <a:lt2>
        <a:srgbClr val="BBBCBB"/>
      </a:lt2>
      <a:accent1>
        <a:srgbClr val="2FBF9B"/>
      </a:accent1>
      <a:accent2>
        <a:srgbClr val="A8501F"/>
      </a:accent2>
      <a:accent3>
        <a:srgbClr val="CFD6E4"/>
      </a:accent3>
      <a:accent4>
        <a:srgbClr val="9AA0A6"/>
      </a:accent4>
      <a:accent5>
        <a:srgbClr val="989B9E"/>
      </a:accent5>
      <a:accent6>
        <a:srgbClr val="767B82"/>
      </a:accent6>
      <a:hlink>
        <a:srgbClr val="0563C1"/>
      </a:hlink>
      <a:folHlink>
        <a:srgbClr val="954F72"/>
      </a:folHlink>
    </a:clrScheme>
    <a:fontScheme name="Week 1: Lab Setup, Linux and Networking Foundati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eek 1: Lab Setup, Linux and Networking Foundations">
  <a:themeElements>
    <a:clrScheme name="Week 1: Lab Setup, Linux and Networking Foundations">
      <a:dk1>
        <a:srgbClr val="0F1B2D"/>
      </a:dk1>
      <a:lt1>
        <a:srgbClr val="F4F1EA"/>
      </a:lt1>
      <a:dk2>
        <a:srgbClr val="263040"/>
      </a:dk2>
      <a:lt2>
        <a:srgbClr val="BBBCBB"/>
      </a:lt2>
      <a:accent1>
        <a:srgbClr val="2FBF9B"/>
      </a:accent1>
      <a:accent2>
        <a:srgbClr val="A8501F"/>
      </a:accent2>
      <a:accent3>
        <a:srgbClr val="CFD6E4"/>
      </a:accent3>
      <a:accent4>
        <a:srgbClr val="9AA0A6"/>
      </a:accent4>
      <a:accent5>
        <a:srgbClr val="989B9E"/>
      </a:accent5>
      <a:accent6>
        <a:srgbClr val="767B82"/>
      </a:accent6>
      <a:hlink>
        <a:srgbClr val="0563C1"/>
      </a:hlink>
      <a:folHlink>
        <a:srgbClr val="954F72"/>
      </a:folHlink>
    </a:clrScheme>
    <a:fontScheme name="Week 1: Lab Setup, Linux and Networking Foundati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1975</Words>
  <Application>WPS Presentation</Application>
  <PresentationFormat>On-screen Show (16:9)</PresentationFormat>
  <Paragraphs>103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Georgia</vt:lpstr>
      <vt:lpstr>Georgia</vt:lpstr>
      <vt:lpstr>Georgia</vt:lpstr>
      <vt:lpstr>Arial</vt:lpstr>
      <vt:lpstr>Arial</vt:lpstr>
      <vt:lpstr>Microsoft YaHei</vt:lpstr>
      <vt:lpstr>Arial Unicode MS</vt:lpstr>
      <vt:lpstr>Calibri</vt:lpstr>
      <vt:lpstr>Week 1: Lab Setup, Linux and Networking Foundations</vt:lpstr>
      <vt:lpstr>Lab Setup, Linux and Networking Foundations</vt:lpstr>
      <vt:lpstr>A three-VM lab on an isolated network</vt:lpstr>
      <vt:lpstr>Linux practice on Ubuntu</vt:lpstr>
      <vt:lpstr>What the network map showed</vt:lpstr>
      <vt:lpstr>Hands-on platforms</vt:lpstr>
      <vt:lpstr>Theory, cheat sheet and posts</vt:lpstr>
      <vt:lpstr>Key lessons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Lab Setup, Linux and Networking Foundations</dc:title>
  <dc:creator/>
  <cp:lastModifiedBy>danielsboby</cp:lastModifiedBy>
  <cp:revision>2</cp:revision>
  <dcterms:created xsi:type="dcterms:W3CDTF">2026-10-22T07:45:00Z</dcterms:created>
  <dcterms:modified xsi:type="dcterms:W3CDTF">2026-10-22T08:12:59Z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AD4500213D014B3B8A197B1F3A5C5832_12</vt:lpwstr>
  </property>
  <property fmtid="{D5CDD505-2E9C-101B-9397-08002B2CF9AE}" pid="3" name="KSOProductBuildVer">
    <vt:lpwstr>1033-12.2.0.23206</vt:lpwstr>
  </property>
</Properties>
</file>